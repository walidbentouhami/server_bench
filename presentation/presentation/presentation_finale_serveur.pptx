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Serveur Haute Performance – TCP &amp; HTTP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Projet Ingénieur – Implémentation complète Multi-thread / Benchmarks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de la présentation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Architecture globale du projet</a:t>
            </a:r>
          </a:p>
          <a:p>
            <a:r>
              <a:t>2. Serveur TCP mono-thread – Yassine</a:t>
            </a:r>
          </a:p>
          <a:p>
            <a:r>
              <a:t>3. Serveur HTTP mono-thread – Islem</a:t>
            </a:r>
          </a:p>
          <a:p>
            <a:r>
              <a:t>4. Serveur Multi-thread haute performance – Walid</a:t>
            </a:r>
          </a:p>
          <a:p>
            <a:r>
              <a:t>5. Serveur HTTP Multi-thread – Ghada</a:t>
            </a:r>
          </a:p>
          <a:p>
            <a:r>
              <a:t>6. Benchmarks &amp; Dashboard Python</a:t>
            </a:r>
          </a:p>
          <a:p>
            <a:r>
              <a:t>7. Répartition finale des tâches du groupe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TCP Mono-thread (Yassine)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Boucle accept → recv → send</a:t>
            </a:r>
          </a:p>
          <a:p>
            <a:r>
              <a:t>Modèle séquentiel simple</a:t>
            </a:r>
          </a:p>
          <a:p>
            <a:r>
              <a:t>Limites : blocage, faible scalabilité</a:t>
            </a:r>
          </a:p>
          <a:p>
            <a:r>
              <a:t>Utilisé comme baseline pour le benchmark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HTTP Mono-thread (Islem)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Parseur HTTP minimaliste</a:t>
            </a:r>
          </a:p>
          <a:p>
            <a:r>
              <a:t>Routes : / et /hello</a:t>
            </a:r>
          </a:p>
          <a:p>
            <a:r>
              <a:t>Réponses HTML et JSON</a:t>
            </a:r>
          </a:p>
          <a:p>
            <a:r>
              <a:t>Démo du fonctionnement mono-thread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Serveur Multi-thread (Walid)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Thread Pool fixe</a:t>
            </a:r>
          </a:p>
          <a:p>
            <a:r>
              <a:t>Queue FIFO générique thread-safe</a:t>
            </a:r>
          </a:p>
          <a:p>
            <a:r>
              <a:t>Workers permanents</a:t>
            </a:r>
          </a:p>
          <a:p>
            <a:r>
              <a:t>Optimisation haute charge (100–300 clients)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HTTP Multi-thread (Ghada)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Routage HTTP avancé</a:t>
            </a:r>
          </a:p>
          <a:p>
            <a:r>
              <a:t>JSON / HTML / 404</a:t>
            </a:r>
          </a:p>
          <a:p>
            <a:r>
              <a:t>Amélioration du parsing</a:t>
            </a:r>
          </a:p>
          <a:p>
            <a:r>
              <a:t>Scalabilité et gestion concurrente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Diagramme UML – Architecture serveur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Classes : Server, Worker, Queue, Client</a:t>
            </a:r>
          </a:p>
          <a:p>
            <a:r>
              <a:t>Relations : Worker → Queue → Server</a:t>
            </a:r>
          </a:p>
          <a:p>
            <a:r>
              <a:t>File FIFO générique comme cœur du système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Benchmarks Python – Résultats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Latence moyenne, médiane, p95, p99</a:t>
            </a:r>
          </a:p>
          <a:p>
            <a:r>
              <a:t>Débit (RPS)</a:t>
            </a:r>
          </a:p>
          <a:p>
            <a:r>
              <a:t>CPU &amp; RAM via psutil</a:t>
            </a:r>
          </a:p>
          <a:p>
            <a:r>
              <a:t>Export JSON / XLSX / Dashboard HTML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Répartition des tâches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1️⃣ Walid – Serveur Multi-thread &amp; optimisation</a:t>
            </a:r>
          </a:p>
          <a:p>
            <a:r>
              <a:t>2️⃣ Yassine – Serveur TCP Mono-thread</a:t>
            </a:r>
          </a:p>
          <a:p>
            <a:r>
              <a:t>3️⃣ Islem – HTTP Mono-thread</a:t>
            </a:r>
          </a:p>
          <a:p>
            <a:r>
              <a:t>4️⃣ Ghada – HTTP Multi-thread &amp; routage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